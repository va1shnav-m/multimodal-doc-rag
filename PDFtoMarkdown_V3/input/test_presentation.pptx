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Ensure to highlight the sub-50ms latency across all production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High-level overview of core distributed components</a:t>
            </a:r>
          </a:p>
          <a:p>
            <a:pPr lvl="1"/>
            <a:r>
              <a:t>API Gateway routing and authentication</a:t>
            </a:r>
          </a:p>
          <a:p>
            <a:pPr lvl="1"/>
            <a:r>
              <a:t>Microservice mesh communicating over gRPC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P99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Throughput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Auth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5,400 QPS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Ingestion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22,000 QPS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Deployment Workflow</a:t>
            </a:r>
          </a:p>
        </p:txBody>
      </p:sp>
      <p:pic>
        <p:nvPicPr>
          <p:cNvPr id="3" name="Picture 2" descr="temp_test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017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